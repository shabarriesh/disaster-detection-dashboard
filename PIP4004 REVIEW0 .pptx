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82" r:id="rId3"/>
    <p:sldId id="257" r:id="rId4"/>
    <p:sldId id="269" r:id="rId6"/>
    <p:sldId id="268" r:id="rId7"/>
    <p:sldId id="281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48"/>
  </p:normalViewPr>
  <p:slideViewPr>
    <p:cSldViewPr snapToGrid="0">
      <p:cViewPr>
        <p:scale>
          <a:sx n="113" d="100"/>
          <a:sy n="113" d="100"/>
        </p:scale>
        <p:origin x="52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899" y="677307"/>
            <a:ext cx="10363200" cy="147002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PROACTIVE DISASTER DETECTION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3819" y="1768821"/>
            <a:ext cx="3970594" cy="552184"/>
          </a:xfrm>
        </p:spPr>
        <p:txBody>
          <a:bodyPr/>
          <a:lstStyle/>
          <a:p>
            <a:pPr algn="l"/>
            <a:r>
              <a:rPr lang="en-GB" dirty="0"/>
              <a:t>Batch Number:</a:t>
            </a:r>
            <a:r>
              <a:rPr lang="en-US" altLang="en-GB" dirty="0"/>
              <a:t>ISD-02</a:t>
            </a:r>
            <a:endParaRPr lang="en-GB" dirty="0"/>
          </a:p>
          <a:p>
            <a:pPr algn="l"/>
            <a:endParaRPr lang="en-GB" dirty="0"/>
          </a:p>
        </p:txBody>
      </p:sp>
      <p:sp>
        <p:nvSpPr>
          <p:cNvPr id="5" name="Subtitle 2"/>
          <p:cNvSpPr txBox="1"/>
          <p:nvPr/>
        </p:nvSpPr>
        <p:spPr>
          <a:xfrm>
            <a:off x="6454795" y="2539445"/>
            <a:ext cx="5514292" cy="2433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Under the Supervision of,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pPr algn="l"/>
            <a:r>
              <a:rPr lang="en-GB" sz="1700" dirty="0" err="1">
                <a:solidFill>
                  <a:schemeClr val="tx1"/>
                </a:solidFill>
              </a:rPr>
              <a:t>Dr.</a:t>
            </a:r>
            <a:r>
              <a:rPr lang="en-GB" sz="1700" dirty="0">
                <a:solidFill>
                  <a:schemeClr val="tx1"/>
                </a:solidFill>
              </a:rPr>
              <a:t> </a:t>
            </a:r>
            <a:r>
              <a:rPr lang="en-US" altLang="en-GB" sz="1700" dirty="0">
                <a:solidFill>
                  <a:schemeClr val="tx1"/>
                </a:solidFill>
              </a:rPr>
              <a:t>SAMPATH A K</a:t>
            </a:r>
            <a:endParaRPr lang="en-GB" sz="1700" dirty="0">
              <a:solidFill>
                <a:schemeClr val="tx1"/>
              </a:solidFill>
            </a:endParaRPr>
          </a:p>
          <a:p>
            <a:pPr algn="l"/>
            <a:r>
              <a:rPr lang="en-GB" sz="1700" dirty="0">
                <a:solidFill>
                  <a:schemeClr val="tx1"/>
                </a:solidFill>
              </a:rPr>
              <a:t>Professor </a:t>
            </a:r>
            <a:endParaRPr lang="en-GB" sz="1700" dirty="0">
              <a:solidFill>
                <a:schemeClr val="tx1"/>
              </a:solidFill>
            </a:endParaRPr>
          </a:p>
          <a:p>
            <a:pPr algn="l"/>
            <a:r>
              <a:rPr lang="en-GB" sz="1700" dirty="0">
                <a:solidFill>
                  <a:schemeClr val="tx1"/>
                </a:solidFill>
              </a:rPr>
              <a:t>School of Computer Science &amp; Engineering</a:t>
            </a:r>
            <a:endParaRPr lang="en-GB" sz="1700" dirty="0">
              <a:solidFill>
                <a:schemeClr val="tx1"/>
              </a:solidFill>
            </a:endParaRPr>
          </a:p>
          <a:p>
            <a:pPr algn="l"/>
            <a:r>
              <a:rPr lang="en-GB" sz="1700" dirty="0">
                <a:solidFill>
                  <a:schemeClr val="tx1"/>
                </a:solidFill>
              </a:rPr>
              <a:t>Presidency University</a:t>
            </a:r>
            <a:endParaRPr lang="en-GB" sz="1700" dirty="0">
              <a:solidFill>
                <a:schemeClr val="tx1"/>
              </a:solidFill>
            </a:endParaRPr>
          </a:p>
          <a:p>
            <a:pPr algn="l"/>
            <a:endParaRPr lang="en-GB" sz="1700" dirty="0">
              <a:solidFill>
                <a:schemeClr val="tx1"/>
              </a:solidFill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3995662" y="334089"/>
            <a:ext cx="3970594" cy="552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6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GB" dirty="0">
                <a:solidFill>
                  <a:schemeClr val="bg2">
                    <a:lumMod val="50000"/>
                  </a:schemeClr>
                </a:solidFill>
              </a:rPr>
              <a:t>PIP4004 Capstone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Project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Review-</a:t>
            </a:r>
            <a:r>
              <a:rPr lang="en-US" altLang="en-GB" dirty="0">
                <a:solidFill>
                  <a:schemeClr val="bg2">
                    <a:lumMod val="50000"/>
                  </a:schemeClr>
                </a:solidFill>
              </a:rPr>
              <a:t>0</a:t>
            </a:r>
            <a:endParaRPr lang="en-US" altLang="en-GB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9309" y="2443814"/>
          <a:ext cx="5418455" cy="1783080"/>
        </p:xfrm>
        <a:graphic>
          <a:graphicData uri="http://schemas.openxmlformats.org/drawingml/2006/table">
            <a:tbl>
              <a:tblPr firstRow="1" bandRow="1"/>
              <a:tblGrid>
                <a:gridCol w="2745105"/>
                <a:gridCol w="2673571"/>
              </a:tblGrid>
              <a:tr h="4038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IN" b="1">
                          <a:solidFill>
                            <a:schemeClr val="tx1"/>
                          </a:solidFill>
                        </a:rPr>
                        <a:t>Roll Number</a:t>
                      </a:r>
                      <a:endParaRPr lang="en-US" altLang="en-IN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IN" b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Student Name</a:t>
                      </a:r>
                      <a:endParaRPr lang="en-US" altLang="en-IN" b="1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30679">
                <a:tc>
                  <a:txBody>
                    <a:bodyPr/>
                    <a:p>
                      <a:r>
                        <a:rPr lang="en-IN" dirty="0"/>
                        <a:t>20211</a:t>
                      </a:r>
                      <a:r>
                        <a:rPr lang="en-US" altLang="en-IN" dirty="0"/>
                        <a:t>ISD0030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/>
                        <a:t>ARJARAPU SHABARRIESH</a:t>
                      </a:r>
                      <a:endParaRPr lang="en-US" altLang="en-IN" dirty="0"/>
                    </a:p>
                  </a:txBody>
                  <a:tcPr/>
                </a:tc>
              </a:tr>
              <a:tr h="430679">
                <a:tc>
                  <a:txBody>
                    <a:bodyPr/>
                    <a:p>
                      <a:r>
                        <a:rPr lang="en-IN" dirty="0"/>
                        <a:t>20211ISD0</a:t>
                      </a:r>
                      <a:r>
                        <a:rPr lang="en-US" altLang="en-IN" dirty="0"/>
                        <a:t>035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/>
                        <a:t>M B V SANDEEP REDDY</a:t>
                      </a:r>
                      <a:endParaRPr lang="en-US" altLang="en-IN" dirty="0"/>
                    </a:p>
                  </a:txBody>
                  <a:tcPr/>
                </a:tc>
              </a:tr>
              <a:tr h="430679">
                <a:tc>
                  <a:txBody>
                    <a:bodyPr/>
                    <a:p>
                      <a:r>
                        <a:rPr lang="en-IN" dirty="0"/>
                        <a:t>20211ISD00</a:t>
                      </a:r>
                      <a:r>
                        <a:rPr lang="en-US" altLang="en-IN" dirty="0"/>
                        <a:t>09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/>
                        <a:t>A V ROHITH KUMAR</a:t>
                      </a:r>
                      <a:endParaRPr lang="en-US" altLang="en-IN" dirty="0"/>
                    </a:p>
                    <a:p>
                      <a:endParaRPr lang="en-US" alt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86360" y="4349750"/>
            <a:ext cx="12105640" cy="1137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ISD </a:t>
            </a:r>
            <a:endParaRPr lang="en-US" sz="17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PALLAVI R</a:t>
            </a:r>
            <a:endParaRPr lang="en-US" sz="17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7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Srinivas mishra</a:t>
            </a:r>
            <a:endParaRPr lang="en-US" sz="17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7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/ Dr. Abdul Khadar A / Mr. Md Ziaur Rahman</a:t>
            </a:r>
            <a:endParaRPr lang="en-US" sz="17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PSCS-295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2169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75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3500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  <a:endParaRPr lang="en-US" sz="3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3500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:Software</a:t>
            </a:r>
            <a:endParaRPr lang="en-US" sz="3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3500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endParaRPr lang="en-US" sz="3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800" dirty="0"/>
              <a:t>The system will predict the likelihood of large-scale natural disasters</a:t>
            </a:r>
            <a:r>
              <a:rPr lang="en-US" altLang="en-IN" sz="2800" dirty="0"/>
              <a:t>(Floods, Earthquake, Hurricane)</a:t>
            </a:r>
            <a:r>
              <a:rPr lang="en-IN" sz="2800" dirty="0"/>
              <a:t> using satellite data and machine learning algorithms, providing early warnings for monitoring and detection.</a:t>
            </a:r>
            <a:endParaRPr lang="en-IN" sz="2800" dirty="0"/>
          </a:p>
          <a:p>
            <a:r>
              <a:rPr lang="en-IN" sz="2800" dirty="0"/>
              <a:t>It will utilize both satellite and human-generated data to model the dynamics of disaster spread after an event occurs.</a:t>
            </a:r>
            <a:endParaRPr lang="en-IN" sz="2800" dirty="0"/>
          </a:p>
          <a:p>
            <a:r>
              <a:rPr lang="en-IN" sz="2800" dirty="0"/>
              <a:t>The goal is to enable efficient disaster management by integrating prediction and spread modelling for large-scale natural disasters.</a:t>
            </a:r>
            <a:endParaRPr lang="en-US" sz="3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3500" dirty="0">
                <a:latin typeface="Cambria" panose="02040503050406030204" pitchFamily="18" charset="0"/>
                <a:ea typeface="Cambria" panose="02040503050406030204" pitchFamily="18" charset="0"/>
              </a:rPr>
              <a:t>Difficulty Level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3500" b="1" dirty="0">
                <a:latin typeface="Cambria" panose="02040503050406030204" pitchFamily="18" charset="0"/>
                <a:ea typeface="Cambria" panose="02040503050406030204" pitchFamily="18" charset="0"/>
              </a:rPr>
              <a:t>SIMPLE</a:t>
            </a:r>
            <a:endParaRPr sz="35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000" b="1" dirty="0">
                <a:latin typeface="Times New Roman" panose="02020603050405020304" charset="0"/>
                <a:cs typeface="Times New Roman" panose="02020603050405020304" charset="0"/>
              </a:rPr>
              <a:t>Software Components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Data Acquisition and Processing: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This involves collecting data from various sources like sensors, social media feeds, weather forecasts, and news reports. The software then cleans, filters, and processes this data to extract relevant information.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Machine Learning Models: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These models are trained on historical disaster data to identify patterns and predict the likelihood of future events. Common algorithms used include classification, regression, and clustering.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IN" sz="2000" b="1" dirty="0">
                <a:latin typeface="Times New Roman" panose="02020603050405020304" charset="0"/>
                <a:cs typeface="Times New Roman" panose="02020603050405020304" charset="0"/>
              </a:rPr>
              <a:t> Hardware Components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charset="0"/>
                <a:cs typeface="Times New Roman" panose="02020603050405020304" charset="0"/>
              </a:rPr>
              <a:t>GPUs (e.g., NVIDIA Tesla, V100, or A100)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: For accelerating the training of deep learning models.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User Interfaces</a:t>
            </a: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: These could include computers, mobile devices, or display screens used to interact with the system and visualize data.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62000" y="21688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9525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120" y="2200052"/>
            <a:ext cx="10011266" cy="2457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2025</Words>
  <Application>WPS Presentation</Application>
  <PresentationFormat>Widescreen</PresentationFormat>
  <Paragraphs>71</Paragraphs>
  <Slides>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Microsoft YaHei</vt:lpstr>
      <vt:lpstr>Arial Unicode MS</vt:lpstr>
      <vt:lpstr>Times New Roman</vt:lpstr>
      <vt:lpstr>Verdana</vt:lpstr>
      <vt:lpstr>Bioinformatics</vt:lpstr>
      <vt:lpstr>Reduce the Amount of Push Notifications for E-commerce Apps</vt:lpstr>
      <vt:lpstr>Content</vt:lpstr>
      <vt:lpstr>Problem Statement Number: </vt:lpstr>
      <vt:lpstr>Analysis of Problem Statement</vt:lpstr>
      <vt:lpstr>Timeline of the Project (Gantt Chart)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shabarriesh Arjarapu</cp:lastModifiedBy>
  <cp:revision>38</cp:revision>
  <dcterms:created xsi:type="dcterms:W3CDTF">2025-01-30T06:21:54Z</dcterms:created>
  <dcterms:modified xsi:type="dcterms:W3CDTF">2025-01-30T07:09:33Z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88A005D72D9C46288DA083EB4B91B8A7_12</vt:lpwstr>
  </property>
  <property fmtid="{D5CDD505-2E9C-101B-9397-08002B2CF9AE}" pid="3" name="KSOProductBuildVer">
    <vt:lpwstr>1033-12.2.0.19805</vt:lpwstr>
  </property>
</Properties>
</file>